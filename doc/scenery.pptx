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0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6AE2C2-8B25-5A67-C8D0-283417AE3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BD7325-35F9-AD4B-0392-CDD5C6221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53A2E2-A1F5-F67D-EF9E-A15C4ED11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B042-1A27-41B1-87E2-B925A391CE3C}" type="datetimeFigureOut">
              <a:rPr lang="es-ES" smtClean="0"/>
              <a:t>16/08/2023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6A9DF8-7A92-0045-AE99-7D25810AE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DB3874-F336-5591-379B-5A6963F11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6D2E-FD0A-407D-9803-E4E9480241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3212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ECF9A-42CE-3334-BA1B-42325D159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0B216E-ACE4-B447-C5EF-28E2F83DF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3B0B3A-E941-B12C-4720-9AFCFE2A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B042-1A27-41B1-87E2-B925A391CE3C}" type="datetimeFigureOut">
              <a:rPr lang="es-ES" smtClean="0"/>
              <a:t>16/08/2023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21E1DB-8EAD-7EF9-CDE4-1DE180F75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A89E8B-20FF-23E7-A592-0EF7E53BC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6D2E-FD0A-407D-9803-E4E9480241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3909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06B5A-EFDF-ACEF-09C9-970632019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79E0B3-F9F8-E6A6-0FD6-0FE39BD10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31514C-D97C-1FFC-657B-633AA2C39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B042-1A27-41B1-87E2-B925A391CE3C}" type="datetimeFigureOut">
              <a:rPr lang="es-ES" smtClean="0"/>
              <a:t>16/08/2023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AD466F-845C-AA6F-8C1B-FB6B099C7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D6EC6A-1BC9-3134-F2F1-51F53F4A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6D2E-FD0A-407D-9803-E4E9480241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8032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00C70-A304-83B0-6154-5467AF441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4FF98D-2ED5-D2F1-978C-09C7120CD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9F36421-8B41-DFEE-A23D-AB9548600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95B8A9-C4CF-6ACB-E8F0-7399BC674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B042-1A27-41B1-87E2-B925A391CE3C}" type="datetimeFigureOut">
              <a:rPr lang="es-ES" smtClean="0"/>
              <a:t>16/08/2023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5B9ADA-A97C-FCB0-30A1-49089ACD2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656ED7-552A-A9A2-A3A9-A7EB8A2FC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6D2E-FD0A-407D-9803-E4E9480241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645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3908F-B219-75C7-379D-74001AA1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F8B02D-D025-8466-2A0F-2A06C55B4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D98F2-8972-90B0-7EAF-FB6A3A1A9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524D57-B707-CC23-2DC9-CEF71ED336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69B3DFF-6D68-9759-A8F9-C6F655DE1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E89FF5-BBE6-76B4-95E8-55E9B03CB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B042-1A27-41B1-87E2-B925A391CE3C}" type="datetimeFigureOut">
              <a:rPr lang="es-ES" smtClean="0"/>
              <a:t>16/08/2023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6C06601-C5E5-34EF-EC1B-32C50C9D4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FF369CC-87FD-393E-CFA4-4FF78170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6D2E-FD0A-407D-9803-E4E9480241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7808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5C05A-698D-2972-4307-17739998F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1002736-A479-916D-41D9-6E09CFD3B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B042-1A27-41B1-87E2-B925A391CE3C}" type="datetimeFigureOut">
              <a:rPr lang="es-ES" smtClean="0"/>
              <a:t>16/08/2023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AC53A1-7C77-13B7-D9BE-B1B75905E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0FD0C25-368E-EEC8-2CED-06808D9E0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6D2E-FD0A-407D-9803-E4E9480241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8775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8828BC8-9AB2-6804-A2A9-9F361010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B042-1A27-41B1-87E2-B925A391CE3C}" type="datetimeFigureOut">
              <a:rPr lang="es-ES" smtClean="0"/>
              <a:t>16/08/2023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21E3BE5-EDAC-3003-63E4-AD3D0DF8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65A532-D37E-171C-B12D-F49D58E3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6D2E-FD0A-407D-9803-E4E9480241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2383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531A1-9119-C55F-2C6F-4A5EBA6F6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756BB8-7E08-02D9-C153-8C484ED30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B4E409-78A7-E4D9-AD2D-CF381D636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AEA417-630F-5F54-6ED1-4E2871ABF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B042-1A27-41B1-87E2-B925A391CE3C}" type="datetimeFigureOut">
              <a:rPr lang="es-ES" smtClean="0"/>
              <a:t>16/08/2023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A2F26C-67C8-16C0-41ED-23968FDF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9595B0-00A2-1754-398A-FC87A3EE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6D2E-FD0A-407D-9803-E4E9480241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0627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B29C16-61A6-DBB6-14BB-587DD23C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642F5B8-33FA-2815-595F-54D71DE3A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767AEE0-1B4C-9C20-7C78-8E8517A89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BFF43C-EE30-1A81-943E-5B6802C69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B042-1A27-41B1-87E2-B925A391CE3C}" type="datetimeFigureOut">
              <a:rPr lang="es-ES" smtClean="0"/>
              <a:t>16/08/2023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AE9C91-586F-DEAA-6704-7C857080D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F056D6-5712-FA5C-9962-77CCD9B12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6D2E-FD0A-407D-9803-E4E9480241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8599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70BB0-F297-4D33-E908-7643938F1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B22B66-AC46-4185-3A83-B46227AC0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5A1C38-9D70-0DFE-F1BD-E561707E3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B042-1A27-41B1-87E2-B925A391CE3C}" type="datetimeFigureOut">
              <a:rPr lang="es-ES" smtClean="0"/>
              <a:t>16/08/2023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3DC9E3-2EF2-7D78-D832-1413ED629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C51898-91B0-DC05-E1A4-78DD2371A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6D2E-FD0A-407D-9803-E4E9480241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6536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F4B570-4608-ECD0-8EF3-A015E66866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950FA22-EFBA-FE01-D421-6060F4398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B1EDC3-827A-BB77-9F27-7EDC41C8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CB042-1A27-41B1-87E2-B925A391CE3C}" type="datetimeFigureOut">
              <a:rPr lang="es-ES" smtClean="0"/>
              <a:t>16/08/2023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384202-9F86-F024-6E22-9B43D390F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F275EA-C53F-7006-CD93-27E9E7B1B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6D2E-FD0A-407D-9803-E4E9480241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3684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08EAA2F-8A19-2222-3F59-EBD8A1A2A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5CF131-EEC3-E233-54EA-E5167FE54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629A23-549C-EC43-2A68-0618550967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CB042-1A27-41B1-87E2-B925A391CE3C}" type="datetimeFigureOut">
              <a:rPr lang="es-ES" smtClean="0"/>
              <a:t>16/08/2023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9DD279-2908-26F9-E820-57D7727573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41EE1C-947A-CFE9-F6D3-1C66C5A4D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A6D2E-FD0A-407D-9803-E4E9480241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5671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1602A5C-2040-01E4-2B95-819125ED1914}"/>
              </a:ext>
            </a:extLst>
          </p:cNvPr>
          <p:cNvSpPr/>
          <p:nvPr/>
        </p:nvSpPr>
        <p:spPr>
          <a:xfrm>
            <a:off x="1671782" y="566057"/>
            <a:ext cx="2867561" cy="615042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9AD577B-D32E-3B96-6974-6FF76786CFBA}"/>
              </a:ext>
            </a:extLst>
          </p:cNvPr>
          <p:cNvSpPr/>
          <p:nvPr/>
        </p:nvSpPr>
        <p:spPr>
          <a:xfrm>
            <a:off x="1848262" y="696686"/>
            <a:ext cx="2514600" cy="1480458"/>
          </a:xfrm>
          <a:prstGeom prst="rect">
            <a:avLst/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/>
              <a:t>Php</a:t>
            </a:r>
          </a:p>
          <a:p>
            <a:pPr algn="ctr"/>
            <a:r>
              <a:rPr lang="es-ES" sz="2400"/>
              <a:t>Phyton</a:t>
            </a:r>
          </a:p>
          <a:p>
            <a:pPr algn="ctr"/>
            <a:r>
              <a:rPr lang="es-ES" sz="2400"/>
              <a:t>Asp</a:t>
            </a:r>
          </a:p>
          <a:p>
            <a:pPr algn="ctr"/>
            <a:r>
              <a:rPr lang="es-ES" sz="2400"/>
              <a:t>…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BBFBC61-011B-65C8-FB98-BEA9E0F0F488}"/>
              </a:ext>
            </a:extLst>
          </p:cNvPr>
          <p:cNvSpPr/>
          <p:nvPr/>
        </p:nvSpPr>
        <p:spPr>
          <a:xfrm>
            <a:off x="1848262" y="2901042"/>
            <a:ext cx="2514600" cy="1480458"/>
          </a:xfrm>
          <a:prstGeom prst="rect">
            <a:avLst/>
          </a:prstGeom>
          <a:solidFill>
            <a:schemeClr val="accent3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/>
              <a:t>Apache</a:t>
            </a:r>
          </a:p>
          <a:p>
            <a:pPr algn="ctr"/>
            <a:r>
              <a:rPr lang="es-ES" sz="2400"/>
              <a:t>Nginx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63DD77A-EC5C-EF9A-D00E-7415B9E08EFE}"/>
              </a:ext>
            </a:extLst>
          </p:cNvPr>
          <p:cNvSpPr/>
          <p:nvPr/>
        </p:nvSpPr>
        <p:spPr>
          <a:xfrm>
            <a:off x="1848262" y="5072742"/>
            <a:ext cx="2514600" cy="1480458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/>
              <a:t>Html</a:t>
            </a:r>
          </a:p>
          <a:p>
            <a:pPr algn="ctr"/>
            <a:r>
              <a:rPr lang="es-ES" sz="2400"/>
              <a:t>Css</a:t>
            </a:r>
          </a:p>
          <a:p>
            <a:pPr algn="ctr"/>
            <a:r>
              <a:rPr lang="es-ES" sz="2400"/>
              <a:t>Js</a:t>
            </a:r>
          </a:p>
        </p:txBody>
      </p:sp>
      <p:sp>
        <p:nvSpPr>
          <p:cNvPr id="8" name="Flecha: arriba y abajo 7">
            <a:extLst>
              <a:ext uri="{FF2B5EF4-FFF2-40B4-BE49-F238E27FC236}">
                <a16:creationId xmlns:a16="http://schemas.microsoft.com/office/drawing/2014/main" id="{1F790D57-F56A-1600-40A5-70C9F7184F18}"/>
              </a:ext>
            </a:extLst>
          </p:cNvPr>
          <p:cNvSpPr/>
          <p:nvPr/>
        </p:nvSpPr>
        <p:spPr>
          <a:xfrm>
            <a:off x="2969969" y="2177144"/>
            <a:ext cx="271186" cy="69124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Flecha: arriba y abajo 8">
            <a:extLst>
              <a:ext uri="{FF2B5EF4-FFF2-40B4-BE49-F238E27FC236}">
                <a16:creationId xmlns:a16="http://schemas.microsoft.com/office/drawing/2014/main" id="{DB7132B5-895B-3845-C650-1820C30A79A4}"/>
              </a:ext>
            </a:extLst>
          </p:cNvPr>
          <p:cNvSpPr/>
          <p:nvPr/>
        </p:nvSpPr>
        <p:spPr>
          <a:xfrm>
            <a:off x="2969969" y="4370616"/>
            <a:ext cx="271186" cy="69124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1AD9772-AFE0-D129-DAB0-66E11D677960}"/>
              </a:ext>
            </a:extLst>
          </p:cNvPr>
          <p:cNvSpPr/>
          <p:nvPr/>
        </p:nvSpPr>
        <p:spPr>
          <a:xfrm>
            <a:off x="6354470" y="566057"/>
            <a:ext cx="2867561" cy="615042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63CA64A-0114-7F52-9380-77A045068D80}"/>
              </a:ext>
            </a:extLst>
          </p:cNvPr>
          <p:cNvSpPr/>
          <p:nvPr/>
        </p:nvSpPr>
        <p:spPr>
          <a:xfrm>
            <a:off x="6530950" y="696686"/>
            <a:ext cx="2514600" cy="1480458"/>
          </a:xfrm>
          <a:prstGeom prst="rect">
            <a:avLst/>
          </a:prstGeom>
          <a:solidFill>
            <a:schemeClr val="accent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Harbour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88A9201-7552-2A14-81AD-AFA8EE58352E}"/>
              </a:ext>
            </a:extLst>
          </p:cNvPr>
          <p:cNvSpPr/>
          <p:nvPr/>
        </p:nvSpPr>
        <p:spPr>
          <a:xfrm>
            <a:off x="6530950" y="2901042"/>
            <a:ext cx="2514600" cy="1480458"/>
          </a:xfrm>
          <a:prstGeom prst="rect">
            <a:avLst/>
          </a:prstGeom>
          <a:solidFill>
            <a:schemeClr val="accent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Harbour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EEC0D2B-5748-9DEC-8209-24E4DA25CD21}"/>
              </a:ext>
            </a:extLst>
          </p:cNvPr>
          <p:cNvSpPr/>
          <p:nvPr/>
        </p:nvSpPr>
        <p:spPr>
          <a:xfrm>
            <a:off x="6530950" y="5072742"/>
            <a:ext cx="2514600" cy="1480458"/>
          </a:xfrm>
          <a:prstGeom prst="rect">
            <a:avLst/>
          </a:prstGeom>
          <a:solidFill>
            <a:schemeClr val="accent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Harbour</a:t>
            </a:r>
          </a:p>
        </p:txBody>
      </p:sp>
      <p:sp>
        <p:nvSpPr>
          <p:cNvPr id="14" name="Flecha: arriba y abajo 13">
            <a:extLst>
              <a:ext uri="{FF2B5EF4-FFF2-40B4-BE49-F238E27FC236}">
                <a16:creationId xmlns:a16="http://schemas.microsoft.com/office/drawing/2014/main" id="{47F6D488-992A-DF94-69ED-97AE4ADD3F89}"/>
              </a:ext>
            </a:extLst>
          </p:cNvPr>
          <p:cNvSpPr/>
          <p:nvPr/>
        </p:nvSpPr>
        <p:spPr>
          <a:xfrm>
            <a:off x="7652657" y="2177144"/>
            <a:ext cx="271186" cy="69124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Flecha: arriba y abajo 14">
            <a:extLst>
              <a:ext uri="{FF2B5EF4-FFF2-40B4-BE49-F238E27FC236}">
                <a16:creationId xmlns:a16="http://schemas.microsoft.com/office/drawing/2014/main" id="{0D8AEA33-E3BD-3109-733B-DE5AD6B47291}"/>
              </a:ext>
            </a:extLst>
          </p:cNvPr>
          <p:cNvSpPr/>
          <p:nvPr/>
        </p:nvSpPr>
        <p:spPr>
          <a:xfrm>
            <a:off x="7652657" y="4370616"/>
            <a:ext cx="271186" cy="69124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17A30C8-3D65-4759-7F5A-38991C1A9E1D}"/>
              </a:ext>
            </a:extLst>
          </p:cNvPr>
          <p:cNvSpPr txBox="1"/>
          <p:nvPr/>
        </p:nvSpPr>
        <p:spPr>
          <a:xfrm>
            <a:off x="4631872" y="1144527"/>
            <a:ext cx="16300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/>
              <a:t>Backend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B3597C1-E8B5-AE65-F8EC-DD1B99DC152E}"/>
              </a:ext>
            </a:extLst>
          </p:cNvPr>
          <p:cNvSpPr txBox="1"/>
          <p:nvPr/>
        </p:nvSpPr>
        <p:spPr>
          <a:xfrm>
            <a:off x="4547920" y="5520583"/>
            <a:ext cx="1806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/>
              <a:t>Frontend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AD2D4A7-5328-D432-70A5-9F1DAD2E9AA3}"/>
              </a:ext>
            </a:extLst>
          </p:cNvPr>
          <p:cNvSpPr txBox="1"/>
          <p:nvPr/>
        </p:nvSpPr>
        <p:spPr>
          <a:xfrm>
            <a:off x="4631872" y="3348883"/>
            <a:ext cx="16300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/>
              <a:t>Server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A7B3273-529F-6914-94FA-143DAEAA5354}"/>
              </a:ext>
            </a:extLst>
          </p:cNvPr>
          <p:cNvCxnSpPr/>
          <p:nvPr/>
        </p:nvCxnSpPr>
        <p:spPr>
          <a:xfrm>
            <a:off x="1671782" y="2522765"/>
            <a:ext cx="75502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450257F1-D14F-6005-594F-5E92004EC476}"/>
              </a:ext>
            </a:extLst>
          </p:cNvPr>
          <p:cNvCxnSpPr/>
          <p:nvPr/>
        </p:nvCxnSpPr>
        <p:spPr>
          <a:xfrm>
            <a:off x="1671781" y="4694465"/>
            <a:ext cx="75502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3DABB4B-CED5-3B01-14DA-A3BC251698E8}"/>
              </a:ext>
            </a:extLst>
          </p:cNvPr>
          <p:cNvSpPr txBox="1"/>
          <p:nvPr/>
        </p:nvSpPr>
        <p:spPr>
          <a:xfrm>
            <a:off x="1671781" y="2124"/>
            <a:ext cx="2867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/>
              <a:t>Traditional 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1A5BAB1-60F1-E82E-63E9-D926B905E41E}"/>
              </a:ext>
            </a:extLst>
          </p:cNvPr>
          <p:cNvSpPr txBox="1"/>
          <p:nvPr/>
        </p:nvSpPr>
        <p:spPr>
          <a:xfrm>
            <a:off x="6354469" y="-27807"/>
            <a:ext cx="2867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 System </a:t>
            </a:r>
          </a:p>
        </p:txBody>
      </p:sp>
    </p:spTree>
    <p:extLst>
      <p:ext uri="{BB962C8B-B14F-4D97-AF65-F5344CB8AC3E}">
        <p14:creationId xmlns:p14="http://schemas.microsoft.com/office/powerpoint/2010/main" val="31075717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18</Words>
  <Application>Microsoft Office PowerPoint</Application>
  <PresentationFormat>Panorámica</PresentationFormat>
  <Paragraphs>17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 P</dc:creator>
  <cp:lastModifiedBy>S P</cp:lastModifiedBy>
  <cp:revision>4</cp:revision>
  <dcterms:created xsi:type="dcterms:W3CDTF">2023-08-16T17:43:53Z</dcterms:created>
  <dcterms:modified xsi:type="dcterms:W3CDTF">2023-08-16T18:23:32Z</dcterms:modified>
</cp:coreProperties>
</file>