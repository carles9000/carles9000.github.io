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D915F3-66CE-4E67-8A8C-400B4FAF0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FE4BE8-87C9-4919-9490-23345F655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DAA245-6F25-4800-871B-A0DFB999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9B1B-EEA2-413E-B0AA-151ABDF65592}" type="datetimeFigureOut">
              <a:rPr lang="es-ES" smtClean="0"/>
              <a:t>28/05/2021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2E0235-E364-43F0-8D04-F5075EC2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D783CF-CBD2-46D3-B4E5-17B90A5D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9EAC-7475-496E-856B-1DC81D579E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3797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4BB5ED-675E-4B96-AFAF-8F022CDF1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8242D0-BF0E-4A19-A9E5-1BF88B402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5373CB-4AC9-4BFF-9148-FDEBB810A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9B1B-EEA2-413E-B0AA-151ABDF65592}" type="datetimeFigureOut">
              <a:rPr lang="es-ES" smtClean="0"/>
              <a:t>28/05/2021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58FF61-7FF4-4DF1-B7BA-8788CC86F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ED5F72-AF3C-4002-ACBC-AD1CE1F0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9EAC-7475-496E-856B-1DC81D579E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8896B-F2FA-40FD-9D1A-9EDF303C6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0A51F1-078E-4DE2-8F16-F5C791BE8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FD493A-6B5D-42BD-906D-62D99568A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9B1B-EEA2-413E-B0AA-151ABDF65592}" type="datetimeFigureOut">
              <a:rPr lang="es-ES" smtClean="0"/>
              <a:t>28/05/2021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CF118B-846F-4475-A261-86739F6A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913F3E-6D69-4E6F-8F72-8EB5DF5A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9EAC-7475-496E-856B-1DC81D579E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933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2BAE7-1798-44CF-BC2E-6B03E336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D0AE55-B4EB-4D8C-91D7-3A4FCA69D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0F2597-AFE8-4002-A668-32F449815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67750A-86C8-4CB0-8EE1-9AC2552E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9B1B-EEA2-413E-B0AA-151ABDF65592}" type="datetimeFigureOut">
              <a:rPr lang="es-ES" smtClean="0"/>
              <a:t>28/05/2021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5C8980-EAC1-426B-AE36-9704CAFA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8ACFD8-E8AD-4EF8-B387-DB96783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9EAC-7475-496E-856B-1DC81D579E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414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E3F19-C3EA-437B-890C-97791465F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E9833A-FE5B-4A29-B7F2-B61877F5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3448A8-6955-4808-8051-3FDFB89BC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DC4F678-CBC3-45D8-920D-A422298BB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060A3FC-114D-4C48-84E0-4CE23A7C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409441-95A3-472C-8A23-4A678322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9B1B-EEA2-413E-B0AA-151ABDF65592}" type="datetimeFigureOut">
              <a:rPr lang="es-ES" smtClean="0"/>
              <a:t>28/05/2021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B5076F0-5DF3-464E-A1E6-E741070F6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A22391-9EA2-46AA-AA5D-8DD1EAD4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9EAC-7475-496E-856B-1DC81D579E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0710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66014-C5E4-48D8-B9C0-C9CCEC00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F8C12A7-EE91-49EC-A303-E98AA727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9B1B-EEA2-413E-B0AA-151ABDF65592}" type="datetimeFigureOut">
              <a:rPr lang="es-ES" smtClean="0"/>
              <a:t>28/05/2021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A2602B-A8EF-4CD8-9511-781D38B0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42A14D-8BAA-40A1-B3F6-64F447B83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9EAC-7475-496E-856B-1DC81D579E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5649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034193-7B83-4346-975C-6380B3B5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9B1B-EEA2-413E-B0AA-151ABDF65592}" type="datetimeFigureOut">
              <a:rPr lang="es-ES" smtClean="0"/>
              <a:t>28/05/2021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5DB6788-5C35-4041-889E-53D3FBDE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F0F976-46AF-4BEC-A042-A9BD9070B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9EAC-7475-496E-856B-1DC81D579E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741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F567E-1ACD-4CF3-A348-5DBE0AA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6D324A-45C4-450F-8FC4-7314C42C4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E6DC35-188B-4CFD-9C33-75492D7E4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239A56-FD6F-4932-9F77-C0ECC70B3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9B1B-EEA2-413E-B0AA-151ABDF65592}" type="datetimeFigureOut">
              <a:rPr lang="es-ES" smtClean="0"/>
              <a:t>28/05/2021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4481C0-8B9A-46B3-AA85-A760CAC56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18B5EB-ECAE-4A8B-8218-DB32A068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9EAC-7475-496E-856B-1DC81D579E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1186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61599-CA7D-4A18-A287-CE71733B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8D4B52D-FAF2-45EF-AFEE-B001142AE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AF4400-38FD-4454-925B-833B105B4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7CF62F-5579-4E2A-8FF5-CD368D44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9B1B-EEA2-413E-B0AA-151ABDF65592}" type="datetimeFigureOut">
              <a:rPr lang="es-ES" smtClean="0"/>
              <a:t>28/05/2021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49387E-56E2-443D-AFDF-329CB8B5F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1A73A0-E476-484E-A5FC-BF679C52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9EAC-7475-496E-856B-1DC81D579E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620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40039-1D6F-4DAB-A0CB-6C998E0E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95A05C-8801-435B-BC58-EECE3E07D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EA849D-A3D1-4AD6-8AE2-E73CD25AB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9B1B-EEA2-413E-B0AA-151ABDF65592}" type="datetimeFigureOut">
              <a:rPr lang="es-ES" smtClean="0"/>
              <a:t>28/05/2021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61940C-4CEA-46A0-AA52-B926C24C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E178C9-92E0-4CBB-A3FA-4EE45619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9EAC-7475-496E-856B-1DC81D579E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7181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A1C811-4964-4D57-BF27-CBB53264F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A3160F-7383-41B5-8944-E7321D443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1E0051-9B04-441E-A9EE-D768289B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9B1B-EEA2-413E-B0AA-151ABDF65592}" type="datetimeFigureOut">
              <a:rPr lang="es-ES" smtClean="0"/>
              <a:t>28/05/2021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235DD6-5B7A-44CD-A730-AAEDC8A5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60BBEC-9D86-4D22-9CE7-25772138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9EAC-7475-496E-856B-1DC81D579E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401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AA39EE-CEAE-4C5A-9520-9EA8EA5C9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28A46B-EB26-417C-9FE5-6E336388B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85526D-78F9-4594-B996-383EF0DCE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09B1B-EEA2-413E-B0AA-151ABDF65592}" type="datetimeFigureOut">
              <a:rPr lang="es-ES" smtClean="0"/>
              <a:t>28/05/2021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1FAEDF-2547-42E7-B748-ABB139774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3803DC-78F3-471E-9DEF-E83F62FB8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E9EAC-7475-496E-856B-1DC81D579E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3887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D2C83B94-25A4-4639-BFF7-1CF2278E3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047" y="2029000"/>
            <a:ext cx="4761905" cy="280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9FB0C97-309D-41B4-AC87-618F863B7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778" y="4133088"/>
            <a:ext cx="1335589" cy="69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089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Carles Aubia Floresvi</dc:creator>
  <cp:lastModifiedBy>Carles Aubia Floresvi</cp:lastModifiedBy>
  <cp:revision>2</cp:revision>
  <dcterms:created xsi:type="dcterms:W3CDTF">2021-05-22T18:23:16Z</dcterms:created>
  <dcterms:modified xsi:type="dcterms:W3CDTF">2021-05-28T11:09:02Z</dcterms:modified>
</cp:coreProperties>
</file>