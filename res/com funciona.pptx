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355D8-7083-7D02-C598-C5F827121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0C03B-516E-989D-1F2D-33E2F7470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3FF71A-C3CB-EF89-DC64-36327586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9B843B-DB7B-9638-F8E6-402B51A1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6BA740-C0C4-A990-92EE-231927F6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987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AD921-61C9-8DFD-B326-30E301C1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F4E221-CC91-25E6-BCF6-58CCE8741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91C48-8A2D-6384-6A5C-32CBE34E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A24406-1A74-886E-EE45-9CC03B57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A2EBC-EBDA-621F-1E62-7327D47D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97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D90F3-B460-AF35-271F-3AD248DE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A533E1-0BFF-EF33-85C9-E93752AEA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BBC923-074B-BA8C-788E-928957CC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3CCD2F-7FDB-E63B-C4D3-BDB4985C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CFBB3A-A850-8D0A-BABC-21123E42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81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63E-2269-42D7-E48D-D7A410D9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113C5-E925-4771-760F-BC6C2FFE7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EFCB2C-44C6-64CD-9382-BA517B61A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53765B-3DEE-F72D-FD8E-592D8BF9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A7CF2D-F67D-EEC2-D060-9C9EC7F5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88BE3-92AB-7D66-09F6-026CDAE2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749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99A27-3C94-0E61-1C95-881BE7595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0D8153-84D6-4CEA-888F-95AA7AC24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40E72C-8E63-7843-CB29-8EA1980E1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A9F20A-57E3-2DE3-3335-7F4C2B329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5330C9-AE83-9974-2C9A-D789CAD59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45D1F1-3B33-7403-1CD3-CC21A1F7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961E38-71AC-70F0-EEAE-0F552D19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453354-B7EA-A4C2-A373-A5174C12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53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715B3-B4CC-0C78-34FE-C75165A2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BCABD7D-A024-5788-552C-F0D22BBF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FF2ADF-E4AD-6F87-A0F7-62AAF1DF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AC1EE8-B0EF-D897-49B1-66986B63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93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BC78DB-F3E1-1DBE-63CE-972E98F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7C8B25-7B7D-DE63-35DD-47128B37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1C2AB0-7073-1DD8-31CD-E1F9E83D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400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BE608-E1A7-2156-256D-1470D66A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C2435-7DC0-0047-F0DB-F10EB0FD6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2BAA9C-312B-7E77-1740-F9EC8A044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3D5C5C-96F1-F29A-6DF0-0FC1891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7A56D9-6CCF-80F2-40AE-FFBAE59E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EA6926-12A7-8A4E-74B3-DE2D59B4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32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25CD9-AB40-FF83-B760-B9BBCF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465F44-0ACE-5E7C-8091-5CFA7FA8D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E73CDA-1FF7-967E-11BF-E4CEB1AC1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A1AC91-27A2-7299-6C17-749136A9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3D0945-5709-84E5-C74F-9E82AA42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D1CB83-FF68-2FD0-60C0-A1F63CEF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51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D6570-F0A4-CE74-2D5F-563AA9AF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4CA76A-4036-1404-E9FF-4588C165E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DF3B5B-E976-185A-1C2B-A2BABD410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F357C-4FFE-CD9E-5DA7-00900B1F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EB3187-B97B-0D93-E627-800DA846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841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FCF4E2-A689-B1FE-4E0A-22FED3F73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86081A-5401-37B3-B024-AF0F483BD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05F912-4952-B8ED-0C5E-95CA5116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CD6C74-D527-0923-C5E8-F3F0FCC5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F02E43-656E-1BD1-9F71-AACC7BD3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63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10B259-8934-C920-8BAC-5CC3A94D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139BE5-5FF8-1801-5821-53EEC86D9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AC04A-EA92-A641-63B3-389FA67E7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E03CF-8486-43BF-92DD-62BE1A6F6EFC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CADC36-2CD3-D36D-52AA-28DC3A33A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90488C-71FA-97D2-23D6-982480D14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47823-755C-4B1E-926A-1F688C21F7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176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E7D8CF2B-084E-B647-CB50-7B0530BA18AA}"/>
              </a:ext>
            </a:extLst>
          </p:cNvPr>
          <p:cNvGrpSpPr/>
          <p:nvPr/>
        </p:nvGrpSpPr>
        <p:grpSpPr>
          <a:xfrm>
            <a:off x="578028" y="182033"/>
            <a:ext cx="2991555" cy="6493934"/>
            <a:chOff x="4321353" y="182033"/>
            <a:chExt cx="2991555" cy="6493934"/>
          </a:xfrm>
        </p:grpSpPr>
        <p:pic>
          <p:nvPicPr>
            <p:cNvPr id="1026" name="Picture 2" descr="Cómo saber qué ordenador comprar | OCU">
              <a:extLst>
                <a:ext uri="{FF2B5EF4-FFF2-40B4-BE49-F238E27FC236}">
                  <a16:creationId xmlns:a16="http://schemas.microsoft.com/office/drawing/2014/main" id="{2CBD08AB-E4A5-61FE-6B82-86E724C461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8853" y="182033"/>
              <a:ext cx="2609850" cy="175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7DEC3EC-9323-0F28-D637-262A32856C63}"/>
                </a:ext>
              </a:extLst>
            </p:cNvPr>
            <p:cNvSpPr txBox="1"/>
            <p:nvPr/>
          </p:nvSpPr>
          <p:spPr>
            <a:xfrm>
              <a:off x="5113867" y="689001"/>
              <a:ext cx="1569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/>
                <a:t>httpp://hello</a:t>
              </a: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CD51AB0D-BBAB-D081-F76A-EFFAA22C7436}"/>
                </a:ext>
              </a:extLst>
            </p:cNvPr>
            <p:cNvSpPr/>
            <p:nvPr/>
          </p:nvSpPr>
          <p:spPr>
            <a:xfrm>
              <a:off x="4321353" y="3217333"/>
              <a:ext cx="2991555" cy="3458634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SERVER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750DF2E-64A1-B893-FC10-20EA8E18BB38}"/>
                </a:ext>
              </a:extLst>
            </p:cNvPr>
            <p:cNvSpPr txBox="1"/>
            <p:nvPr/>
          </p:nvSpPr>
          <p:spPr>
            <a:xfrm>
              <a:off x="4735689" y="4761984"/>
              <a:ext cx="2156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SERVER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43B8D2B3-D1B2-699E-C510-1402B962238A}"/>
                </a:ext>
              </a:extLst>
            </p:cNvPr>
            <p:cNvCxnSpPr>
              <a:stCxn id="1026" idx="2"/>
              <a:endCxn id="5" idx="0"/>
            </p:cNvCxnSpPr>
            <p:nvPr/>
          </p:nvCxnSpPr>
          <p:spPr>
            <a:xfrm>
              <a:off x="5813778" y="1934633"/>
              <a:ext cx="3353" cy="12827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66E9EF99-E4ED-E4C1-2E07-A4E6B07D2B49}"/>
              </a:ext>
            </a:extLst>
          </p:cNvPr>
          <p:cNvGrpSpPr/>
          <p:nvPr/>
        </p:nvGrpSpPr>
        <p:grpSpPr>
          <a:xfrm>
            <a:off x="5173846" y="177265"/>
            <a:ext cx="2991555" cy="6493934"/>
            <a:chOff x="4321353" y="182033"/>
            <a:chExt cx="2991555" cy="6493934"/>
          </a:xfrm>
        </p:grpSpPr>
        <p:pic>
          <p:nvPicPr>
            <p:cNvPr id="11" name="Picture 2" descr="Cómo saber qué ordenador comprar | OCU">
              <a:extLst>
                <a:ext uri="{FF2B5EF4-FFF2-40B4-BE49-F238E27FC236}">
                  <a16:creationId xmlns:a16="http://schemas.microsoft.com/office/drawing/2014/main" id="{AA0609CC-712A-3C1D-9A64-D9E549633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8853" y="182033"/>
              <a:ext cx="2609850" cy="175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4F4BAC1-3ADA-B316-A1E2-760AD30626F6}"/>
                </a:ext>
              </a:extLst>
            </p:cNvPr>
            <p:cNvSpPr/>
            <p:nvPr/>
          </p:nvSpPr>
          <p:spPr>
            <a:xfrm>
              <a:off x="4321353" y="3217333"/>
              <a:ext cx="2991555" cy="3458634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SERVER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787A0097-175E-D5CC-D1E4-2F26EF5A00B0}"/>
                </a:ext>
              </a:extLst>
            </p:cNvPr>
            <p:cNvSpPr txBox="1"/>
            <p:nvPr/>
          </p:nvSpPr>
          <p:spPr>
            <a:xfrm>
              <a:off x="4735689" y="4761984"/>
              <a:ext cx="2156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SERVER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96F68808-8488-B30D-8434-B60BBA1F7D39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>
              <a:off x="5813778" y="1934633"/>
              <a:ext cx="3353" cy="12827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21F814D-7BF0-7363-1875-BCB7F12E093F}"/>
              </a:ext>
            </a:extLst>
          </p:cNvPr>
          <p:cNvSpPr/>
          <p:nvPr/>
        </p:nvSpPr>
        <p:spPr>
          <a:xfrm>
            <a:off x="5900738" y="357188"/>
            <a:ext cx="1528762" cy="100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541921-1B20-4533-1605-A8C440615FCE}"/>
              </a:ext>
            </a:extLst>
          </p:cNvPr>
          <p:cNvSpPr txBox="1"/>
          <p:nvPr/>
        </p:nvSpPr>
        <p:spPr>
          <a:xfrm>
            <a:off x="5900738" y="319019"/>
            <a:ext cx="156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bg1"/>
                </a:solidFill>
              </a:rPr>
              <a:t>Hello World!</a:t>
            </a:r>
          </a:p>
          <a:p>
            <a:endParaRPr lang="es-ES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48B5BD0-27DE-E92F-E4B1-9937C809AF6D}"/>
              </a:ext>
            </a:extLst>
          </p:cNvPr>
          <p:cNvCxnSpPr>
            <a:stCxn id="16" idx="1"/>
          </p:cNvCxnSpPr>
          <p:nvPr/>
        </p:nvCxnSpPr>
        <p:spPr>
          <a:xfrm flipV="1">
            <a:off x="5900738" y="642184"/>
            <a:ext cx="1528762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The 10 Most Spoken Languages In The World">
            <a:extLst>
              <a:ext uri="{FF2B5EF4-FFF2-40B4-BE49-F238E27FC236}">
                <a16:creationId xmlns:a16="http://schemas.microsoft.com/office/drawing/2014/main" id="{9272A6BE-B379-B421-0AA6-6DAE60A8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668508"/>
            <a:ext cx="1500480" cy="68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48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625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18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906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</Words>
  <Application>Microsoft Office PowerPoint</Application>
  <PresentationFormat>Panorámica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carles af</dc:creator>
  <cp:lastModifiedBy>carles af</cp:lastModifiedBy>
  <cp:revision>1</cp:revision>
  <dcterms:created xsi:type="dcterms:W3CDTF">2023-01-07T07:44:06Z</dcterms:created>
  <dcterms:modified xsi:type="dcterms:W3CDTF">2023-01-07T07:57:53Z</dcterms:modified>
</cp:coreProperties>
</file>